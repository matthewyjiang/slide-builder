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7c4865686274981" /><Relationship Type="http://schemas.openxmlformats.org/package/2006/relationships/metadata/core-properties" Target="/docProps/core.xml" Id="R8dfc94e3f96240a8" /><Relationship Type="http://schemas.openxmlformats.org/officeDocument/2006/relationships/extended-properties" Target="/docProps/app.xml" Id="R4b439559b5cd48d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2ee15e02cb14f15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2ee15e02cb14f1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75f55fb8248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014e7714e41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b60953ea344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62b230d3740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c47e95e7a41c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bda75240c3e4d1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530d32cfd49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2026-05-19T18:21:02Z</dcterms:created>
  <cp:lastModifiedBy>OfficeCLI</cp:lastModifiedBy>
  <dcterms:modified xsi:type="dcterms:W3CDTF">2026-05-19T18:21:02Z</dcterms:modified>
</cp:coreProperties>
</file>